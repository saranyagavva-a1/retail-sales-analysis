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</a:defRPr>
            </a:pPr>
            <a:r>
              <a:t>END-TO-END DATA ANALYTICS PORTFOLIO PROJECT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Retail Sales &amp; Profitability Optimization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Objective: Analyze 10k+ transaction records to identify profit leaks, optimize discount strategies, and deliver interactive Power BI business insights.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Prepared for GitHub Portfolio | Tools: Python • SQL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SUPERSTORE ANALYTICS PROJECT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Business Context &amp; 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Business Problem &amp; Challenge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High Revenue, Low Profit Margin: Superstore achieves $2.32M in sales but generates only $292K profit (~12.5% margin).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Heavy Discount Erosion: Aggressive promotional discounting across specific sub-categories severely eats into margins.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Unprofitable Product Categories: Tables (-$17.8K) and Bookcases (-$3.6K) consistently run at substantial net losses.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Goal: Uncover root causes, regional variations, and operational inefficiencies to drive actionable profitability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Dataset Characteristics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Dataset Size: 10,194 Transaction Records across US Retail Operations.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Time Horizon: Multi-year transactional history covering orders, shipping, and fulfillment.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Key Dimensions: Customer Segments (Consumer, Corporate, Home Office), Regions, Categories &amp; Sub-Categories.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Core Metrics: Sales ($), Quantity Sold, Applied Discount Rate (%), and Net Profit ($).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SUPERSTORE ANALYTICS PROJECT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Tools Tech Stack &amp; Data Cleaning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Technology Stack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Python (Pandas/NumPy)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Data ingestion, structural cleaning, schema validation, and statistical analysis.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SQL (PostgreSQL/SQLite)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Relational querying, aggregations, window functions, and cohort segmentation.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Power BI Desktop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Interactive visual dashboard creation, DAX modeling, and regional drill-downs.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7132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Key Data Cleaning &amp; Preprocessing Pipeline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 Missing Value &amp; Standard Handling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Identified and imputed missing postal codes using state/city lookups; standardizing address records.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2. Data Type Formatting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Converted Order Date and Ship Date into uniform standard datetime objects (`YYYY-MM-DD`) for time-series modeling.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3. Deduplication &amp; Schema Integrity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Removed duplicate transaction entries (`row_id`) and verified clean primary key constraints.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4. Feature Engineering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Created calculated metrics: Profit Margin %, Order Processing Time (Days to Ship), and Discount Bins for targeted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SUPERSTORE ANALYTICS PROJECT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Analytical Workflows: SQL Queries &amp; Python Scripting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SQL Analysis: Discount Impact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  <a:latin typeface="Courier New"/>
              </a:defRPr>
            </a:pPr>
            <a:r>
              <a:t>SELECT </a:t>
            </a:r>
            <a:br/>
            <a:r>
              <a:t>    category, </a:t>
            </a:r>
            <a:br/>
            <a:r>
              <a:t>    sub_category,</a:t>
            </a:r>
            <a:br/>
            <a:r>
              <a:t>    ROUND(AVG(discount), 2) AS avg_discount,</a:t>
            </a:r>
            <a:br/>
            <a:r>
              <a:t>    ROUND(SUM(sales), 2) AS total_sales,</a:t>
            </a:r>
            <a:br/>
            <a:r>
              <a:t>    ROUND(SUM(profit), 2) AS total_profit</a:t>
            </a:r>
            <a:br/>
            <a:r>
              <a:t>FROM superstore_cleaned</a:t>
            </a:r>
            <a:br/>
            <a:r>
              <a:t>GROUP BY category, sub_category</a:t>
            </a:r>
            <a:br/>
            <a:r>
              <a:t>HAVING SUM(profit) &lt; 0</a:t>
            </a:r>
            <a:br/>
            <a:r>
              <a:t>ORDER BY total_profit ASC;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Key Finding: High average discount rates (&gt;20%) directly correlate with negative total profit across sub-categories like Tables and Bookcases.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Python Analysis: Correlation &amp; Profiling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  <a:latin typeface="Courier New"/>
              </a:defRPr>
            </a:pPr>
            <a:r>
              <a:t>import pandas as pd</a:t>
            </a:r>
            <a:br/>
            <a:br/>
            <a:r>
              <a:t># Calculate Correlation Matrix</a:t>
            </a:r>
            <a:br/>
            <a:r>
              <a:t>corr = df[['sales', 'quantity', 'discount', 'profit']].corr()</a:t>
            </a:r>
            <a:br/>
            <a:br/>
            <a:r>
              <a:t># Filter Sub-Categories with Negative Profit</a:t>
            </a:r>
            <a:br/>
            <a:r>
              <a:t>loss_makers = df.groupby('sub_category')\</a:t>
            </a:r>
            <a:br/>
            <a:r>
              <a:t>    .agg({'sales':'sum', 'profit':'sum', 'discount':'mean'})\</a:t>
            </a:r>
            <a:br/>
            <a:r>
              <a:t>    .query('profit &lt; 0')\</a:t>
            </a:r>
            <a:br/>
            <a:r>
              <a:t>    .sort_values(by='profit')</a:t>
            </a:r>
          </a:p>
          <a:p>
            <a:pPr>
              <a:defRPr sz="1200">
                <a:solidFill>
                  <a:srgbClr val="E11D48"/>
                </a:solidFill>
              </a:defRPr>
            </a:pPr>
            <a:r>
              <a:t>Key Finding: Discount shows a statistically significant negative correlation (-0.22) with profit, proving discounts impair overall business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SUPERSTORE ANALYTICS PROJECT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Power BI Executive Dashboard &amp; Analytical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583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3962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5963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Key Analytical Findings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Discount Threshold Effect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Discounts exceeding 20% consistently turn positive gross margins into net operational losses.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Furniture Category Vulnerability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Tables represent a net loss of -$17,753 despite generating over $208K in gross sales.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Regional Disparity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Central Region suffers from the lowest profit margins (~7.9%) due to aggressive regional promotional discounting.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Customer Segments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Consumer segment drives 50%+ of overall volume but exhibits high price sensitivity and discount dependence.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247122-9270-18A4-1BE3-7000B831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15" y="1836246"/>
            <a:ext cx="6154689" cy="4008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SUPERSTORE ANALYTICS PROJECT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 &amp; Project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1. Cap Promotional Discounts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Action: Set strict discount limits (max 15%) on high-loss sub-categories (Tables, Bookcases).</a:t>
            </a:r>
            <a:br/>
            <a:r>
              <a:t>Impact: Reclaims an estimated $20,000+ annually in profit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2. Re-evaluate Furniture Catalog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Action: Re-negotiate supplier costs for Tables/Bookcases or bundle with high-margin Tech accessories.</a:t>
            </a:r>
            <a:br/>
            <a:r>
              <a:t>Impact: Elevates Furniture margin from 2.6% to benchmark 12%+.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3. Regional Pricing Controls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Action: Implement localized pricing &amp; dynamic discount governance in the Central Region.</a:t>
            </a:r>
            <a:br/>
            <a:r>
              <a:t>Impact: Standardizes profitability margins across all geographic territories.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Project Summary &amp; Conclusion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By combining Python data cleaning, SQL query modeling, and Power BI visual analytics, this project demonstrates how data-driven governance over discounting and product mix directly unlocks significant margin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844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saranya.gavva@gmail.com</cp:lastModifiedBy>
  <cp:revision>2</cp:revision>
  <dcterms:created xsi:type="dcterms:W3CDTF">2013-01-27T09:14:16Z</dcterms:created>
  <dcterms:modified xsi:type="dcterms:W3CDTF">2026-10-26T10:19:49Z</dcterms:modified>
  <cp:category/>
</cp:coreProperties>
</file>